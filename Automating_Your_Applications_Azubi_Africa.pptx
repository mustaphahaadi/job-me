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pl/azubi_foo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840901"/>
            <a:ext cx="1371600" cy="1151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19288" y="0"/>
            <a:ext cx="749808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09728" cy="731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" y="502920"/>
            <a:ext cx="109728" cy="731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502920"/>
            <a:ext cx="109728" cy="7315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itle"/>
          <p:cNvSpPr txBox="1"/>
          <p:nvPr/>
        </p:nvSpPr>
        <p:spPr>
          <a:xfrm>
            <a:off x="640080" y="4114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Automating Your Applications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smarter and faster with digital tools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22576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860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live walkthrough of the automation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89504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529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supports the job application process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198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insights on using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986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Ideas to make your job search more efficient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274320"/>
            <a:ext cx="3008376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pic>
        <p:nvPicPr>
          <p:cNvPr id="22" name="Image 0" descr="/home/claude/tpl/azubi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908" y="623036"/>
            <a:ext cx="2286000" cy="90276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60720" y="2103120"/>
            <a:ext cx="3008376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943600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24688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Richard Vidzrakou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and Aipply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Mustapha Haadi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job-me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943600" y="3611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October, 2026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452360" y="3813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1:00 PM GMT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 started automating my job search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suitable opportunities took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application needed a tailored CV.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Remote roles often had country restrictions.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Keeping track of applications became difficult.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goal: a repeatable process around my experience and career goals.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job search automation means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 opportunities and assess your fit.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Tailor application materials using your experience.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Submit applications within defined boundaries.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progress and prepare for interviews.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decide the direction and what the automation can 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is useful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Less repetitive work and more time for relevant roles.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manageable CV and cover letter tailoring.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Organized application records and follow-ups.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time for learning, networking, and interview preparation.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 relevant applications and useful outcomes.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approaches to automation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035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Approach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How it works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AI-assisted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You share a job description. AI helps assess it and prepare materials.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Scheduled discovery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The system regularly finds and summarizes opportunities.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Supervised application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prepares the application. You review before submission.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Rule-based application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Submission happens only when predefined conditions pass.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Choose a level of automation you can supervise.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two approaches: ChatGPT and Aipply</a:t>
            </a:r>
            <a:endParaRPr lang="en-US" sz="2400" dirty="0"/>
          </a:p>
        </p:txBody>
      </p:sp>
      <p:sp>
        <p:nvSpPr>
          <p:cNvPr id="3" name="Card"/>
          <p:cNvSpPr/>
          <p:nvPr/>
        </p:nvSpPr>
        <p:spPr>
          <a:xfrm>
            <a:off x="411480" y="1005840"/>
            <a:ext cx="406908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Card header"/>
          <p:cNvSpPr/>
          <p:nvPr/>
        </p:nvSpPr>
        <p:spPr>
          <a:xfrm>
            <a:off x="411480" y="1005840"/>
            <a:ext cx="4069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Job Automation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Project built around my CV and preferences.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Supports role assessment, tailored materials, and interview preparation.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guide recurring job-search work.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05840"/>
            <a:ext cx="406908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Card header"/>
          <p:cNvSpPr/>
          <p:nvPr/>
        </p:nvSpPr>
        <p:spPr>
          <a:xfrm>
            <a:off x="4663440" y="1005840"/>
            <a:ext cx="4069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Aipply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087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dedicated job-search application.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Supports finding roles, preparing documents, and tracking applications.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supported application steps.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demo will show current capabilities and where human input is needed.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clear job profile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job titles and the right seniority.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 skills, experience, and project evidence.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Preferred locations, work arrangements, and country eligibility.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Salary expectations, relocation preferences, and exclusions.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Clear preferences help prevent irrelevant applications.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Controls for selecting roles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role categories and seniority levels.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 eligibility and essential requirements.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Excluded companies, roles, and duplicate applications.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daily application limit and a way to pause the workflow.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match score helps prioritize. It should never override your rules.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human approval is required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Situation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Meets your rules and uses reviewed information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Submit only if you enabled automatic submission.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Eligibility or a requirement is unclear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Pause for your review.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New claims, salary commitments, or unfamiliar questions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Ask you to answer or approve.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Fails your criteria or duplicates an application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Skip and record the reason.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 with approval for every application. Expand after reviewing results.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Accurate applications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0584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your real CV and verified project experience.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1907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wording without inventing achievements or skills.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salary, availability, and work-authorization answers consistent.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45536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only the personal information the application needs.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remain responsible for what the system submits in your name.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results and improving the process</a:t>
            </a:r>
            <a:endParaRPr lang="en-US" sz="2400" dirty="0"/>
          </a:p>
        </p:txBody>
      </p:sp>
      <p:sp>
        <p:nvSpPr>
          <p:cNvPr id="3" name="Card"/>
          <p:cNvSpPr/>
          <p:nvPr/>
        </p:nvSpPr>
        <p:spPr>
          <a:xfrm>
            <a:off x="411480" y="1005840"/>
            <a:ext cx="406908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4" name="Card header"/>
          <p:cNvSpPr/>
          <p:nvPr/>
        </p:nvSpPr>
        <p:spPr>
          <a:xfrm>
            <a:off x="411480" y="1005840"/>
            <a:ext cx="4069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Company, role, and application link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Fit and eligibility concerns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Submission date and confirmation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 and next action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4663440" y="1005840"/>
            <a:ext cx="406908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8" name="Card header"/>
          <p:cNvSpPr/>
          <p:nvPr/>
        </p:nvSpPr>
        <p:spPr>
          <a:xfrm>
            <a:off x="4663440" y="1005840"/>
            <a:ext cx="4069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0" y="1005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to review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0876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 the roles relevant?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submissions have confirmation?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applications lead to interviews?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should change in the criteria or CV?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prepared, attempted, and confirmed applications separate.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demo walkthrough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ChatGPT Job Automation and Aipply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457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7043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 preferences and boundaries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8321040" cy="457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71907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645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a role and check fit and eligibility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8321040" cy="457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26771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194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truthful, tailored materials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8321040" cy="457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8163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743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the submission decision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8321040" cy="457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36499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the outcome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control of where, how, and why you apply.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Shape 1"/>
          <p:cNvSpPr/>
          <p:nvPr/>
        </p:nvSpPr>
        <p:spPr>
          <a:xfrm>
            <a:off x="8019288" y="0"/>
            <a:ext cx="749808" cy="51435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109728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457200"/>
            <a:ext cx="109728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457200"/>
            <a:ext cx="109728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2  |  MUSTAPHA HAADI</a:t>
            </a:r>
            <a:endParaRPr lang="en-US" sz="1200" dirty="0"/>
          </a:p>
        </p:txBody>
      </p:sp>
      <p:sp>
        <p:nvSpPr>
          <p:cNvPr id="8" name="Title"/>
          <p:cNvSpPr txBox="1"/>
          <p:nvPr/>
        </p:nvSpPr>
        <p:spPr>
          <a:xfrm>
            <a:off x="1097280" y="731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Evolving Automation: From Task Scripts to an Autonomous Pipeline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supervised AI assistants to job-me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606040"/>
            <a:ext cx="3154680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1  |  Richard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0632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AI-assisted, supervised job search with ChatGPT and Aipply. You stay in the loop.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606040"/>
            <a:ext cx="3154680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2  |  Mustapha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06324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job-me: a self-hosted engine that scrapes, filters, scores, writes cover letters and applies 24/7.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Problem: Job Search Burnout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 built job-me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097280"/>
            <a:ext cx="5303520" cy="329184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097280"/>
            <a:ext cx="5303520" cy="38404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real-world friction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45920"/>
            <a:ext cx="49926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sink: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applying to 10 jobs by hand means typing the same details into Greenhouse, Lever and Workday forms again and again.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fatigue: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searching many separate job boards brings duplicate listings and recruiter spam.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 mismatch: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effort is wasted on foreign on-site roles that reject non-local candidates.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943600" y="1097280"/>
            <a:ext cx="2788920" cy="329184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Card header"/>
          <p:cNvSpPr/>
          <p:nvPr/>
        </p:nvSpPr>
        <p:spPr>
          <a:xfrm>
            <a:off x="5943600" y="1097280"/>
            <a:ext cx="278892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80760" y="1097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08192" y="16459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job-me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self-hosted personal dashboard plus a background pipeline that works for you 24/7, even while you sleep.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job-me Stands Out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 hosting, privacy first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097280"/>
            <a:ext cx="406908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097280"/>
            <a:ext cx="4069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$0 hosting cost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" y="1572768"/>
            <a:ext cx="3739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free on Vercel (frontend), GitHub Actions (6-hour cron automation) and Supabase (Postgres + storage).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6908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Card header"/>
          <p:cNvSpPr/>
          <p:nvPr/>
        </p:nvSpPr>
        <p:spPr>
          <a:xfrm>
            <a:off x="4663440" y="1097280"/>
            <a:ext cx="4069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097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Privacy and data control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28032" y="1572768"/>
            <a:ext cx="3739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applicant data and uploaded CVs live in your own Supabase project and repository, under your control.</a:t>
            </a:r>
            <a:endParaRPr lang="en-US" sz="1350" dirty="0"/>
          </a:p>
        </p:txBody>
      </p:sp>
      <p:sp>
        <p:nvSpPr>
          <p:cNvPr id="12" name="Card"/>
          <p:cNvSpPr/>
          <p:nvPr/>
        </p:nvSpPr>
        <p:spPr>
          <a:xfrm>
            <a:off x="411480" y="2834640"/>
            <a:ext cx="406908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3" name="Card header"/>
          <p:cNvSpPr/>
          <p:nvPr/>
        </p:nvSpPr>
        <p:spPr>
          <a:xfrm>
            <a:off x="411480" y="2834640"/>
            <a:ext cx="4069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346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AI-assisted intelligence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3310128"/>
            <a:ext cx="3739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Gemini (free tier) for spam detection, remote verification and tailored cover letters.</a:t>
            </a:r>
            <a:endParaRPr lang="en-US" sz="1350" dirty="0"/>
          </a:p>
        </p:txBody>
      </p:sp>
      <p:sp>
        <p:nvSpPr>
          <p:cNvPr id="16" name="Card"/>
          <p:cNvSpPr/>
          <p:nvPr/>
        </p:nvSpPr>
        <p:spPr>
          <a:xfrm>
            <a:off x="4663440" y="2834640"/>
            <a:ext cx="4069080" cy="160020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7" name="Card header"/>
          <p:cNvSpPr/>
          <p:nvPr/>
        </p:nvSpPr>
        <p:spPr>
          <a:xfrm>
            <a:off x="4663440" y="2834640"/>
            <a:ext cx="4069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28346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Ghana and remote location engine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3310128"/>
            <a:ext cx="37398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Gives Ghana roles top priority and filters foreign on-site jobs so you never waste time on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4-Stage Pipeline Architecture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listings to submitted applications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82880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Scrape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945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connectors: RSS, APIs, LinkedIn, RemoteOK, Jobicy, Arbeitnow and custom web pages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67712" y="2331720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234440"/>
            <a:ext cx="182880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3716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Enrich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1945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detects recruiter spam and verifies remote status, without changing the original job description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16552" y="2331720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234440"/>
            <a:ext cx="182880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3716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945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Scores each posting across 5 weighted signals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65392" y="2331720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234440"/>
            <a:ext cx="1828800" cy="24688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37160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Auto-apply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19456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Playwright Chromium driver fills and submits forms automatically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88620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3886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stage passes clean data to the next, so only relevant jobs reach auto-apply.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Zero-Friction Setup for Non-Technical Users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configuration file for everything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097280"/>
            <a:ext cx="406908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097280"/>
            <a:ext cx="40690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97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 root environment file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file: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 everything in a single root file, .env or .env.local.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React dashboard and the CLI scraper both read the same keys, with no duplicated files.</a:t>
            </a:r>
            <a:endParaRPr lang="en-US" sz="135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6908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Card header"/>
          <p:cNvSpPr/>
          <p:nvPr/>
        </p:nvSpPr>
        <p:spPr>
          <a:xfrm>
            <a:off x="4663440" y="1097280"/>
            <a:ext cx="40690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0972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key resolution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00200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names: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maps the Supabase dashboard keys SUPABASE_URL, SUPABASE_PUBLISHABLE_KEY and SUPABASE_SECRET_KEY, plus GEMINI_API_KEY.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browser: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PLAYWRIGHT_HEADLESS=false shows Chromium working during a presentation.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93192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.env.local out of Git: never commit your secret keys.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Intelligent Match Scoring &amp; Location Engine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posting gets a final score from 0.00 to 1.00 (0 to 100%)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143000"/>
            <a:ext cx="475488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143000"/>
            <a:ext cx="475488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weighted signals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276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match  40%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1655064"/>
            <a:ext cx="201168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Overlap with target roles (Cloud, DevOps, SRE, Fullstack)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671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Skills overlap  30%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150876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957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Keywords vs. your technical skill inventory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06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Seniority  15%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2734056"/>
            <a:ext cx="75438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352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Senior / Mid / Junior token alignment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Location rules  10%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0" y="3273552"/>
            <a:ext cx="50292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4747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Strict regional constraints (see right)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85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Recency  5%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3813048"/>
            <a:ext cx="25146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1421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Exponential decay by posting age</a:t>
            </a:r>
            <a:endParaRPr lang="en-US" sz="900" dirty="0"/>
          </a:p>
        </p:txBody>
      </p:sp>
      <p:sp>
        <p:nvSpPr>
          <p:cNvPr id="22" name="Card"/>
          <p:cNvSpPr/>
          <p:nvPr/>
        </p:nvSpPr>
        <p:spPr>
          <a:xfrm>
            <a:off x="5394960" y="1143000"/>
            <a:ext cx="333756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23" name="Card header"/>
          <p:cNvSpPr/>
          <p:nvPr/>
        </p:nvSpPr>
        <p:spPr>
          <a:xfrm>
            <a:off x="5394960" y="1143000"/>
            <a:ext cx="3337560" cy="38404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532120" y="11430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Strict location rules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1645920"/>
            <a:ext cx="3063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Ghana roles: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on-site and remote accepted, top priority (locationScore = 1.0).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Foreign roles: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must be remote (locationScore = 0.95).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Foreign on-site or hybrid: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hard-rejected: score 0, status closed.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Thresholds: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25% auto-closes; 75% or more can auto-apply.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ATS Submissions &amp; Safety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Eight supported platforms, built-in safeguards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143000"/>
            <a:ext cx="356616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143000"/>
            <a:ext cx="356616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Supported ATS platforms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Greenhouse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350008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3500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Workday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2350008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4560" y="23500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Ashby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008376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0083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SmartRecruiters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94560" y="3008376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94560" y="300837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BambooHR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666744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66674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Breezy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94560" y="3666744"/>
            <a:ext cx="15087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94560" y="366674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Workable</a:t>
            </a:r>
            <a:endParaRPr lang="en-US" sz="1050" dirty="0"/>
          </a:p>
        </p:txBody>
      </p:sp>
      <p:sp>
        <p:nvSpPr>
          <p:cNvPr id="23" name="Card"/>
          <p:cNvSpPr/>
          <p:nvPr/>
        </p:nvSpPr>
        <p:spPr>
          <a:xfrm>
            <a:off x="4206240" y="1143000"/>
            <a:ext cx="452628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24" name="Card header"/>
          <p:cNvSpPr/>
          <p:nvPr/>
        </p:nvSpPr>
        <p:spPr>
          <a:xfrm>
            <a:off x="4206240" y="1143000"/>
            <a:ext cx="452628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43400" y="11430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Safety and resilience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370832" y="1645920"/>
            <a:ext cx="42062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Fail-fast CAPTCHA detection: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scans for reCAPTCHA or Turnstile before submitting, to prevent IP blocking.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Role-matched CV: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resolves and caches your PDF CV from Supabase Storage (job-me-cvs).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cover letters: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Gemini writes a concise, tailored 3-paragraph letter.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caps attempts per run (MAX_PER_RUN = 10).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Dashboard &amp; 1-Click Manual Queue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everything in one place</a:t>
            </a:r>
            <a:endParaRPr lang="en-US" sz="1100" dirty="0"/>
          </a:p>
        </p:txBody>
      </p:sp>
      <p:sp>
        <p:nvSpPr>
          <p:cNvPr id="4" name="Card"/>
          <p:cNvSpPr/>
          <p:nvPr/>
        </p:nvSpPr>
        <p:spPr>
          <a:xfrm>
            <a:off x="411480" y="1143000"/>
            <a:ext cx="402336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Card header"/>
          <p:cNvSpPr/>
          <p:nvPr/>
        </p:nvSpPr>
        <p:spPr>
          <a:xfrm>
            <a:off x="411480" y="1143000"/>
            <a:ext cx="402336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features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Modern interface: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dark-slate React 18 + Vite app at localhost:5173.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by status: </a:t>
            </a:r>
            <a:pPr indent="0" marL="0">
              <a:spcAft>
                <a:spcPts val="900"/>
              </a:spcAft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256032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0896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AUTO-APPLIED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310896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2316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QUEUE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365760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</a:t>
            </a:r>
            <a:endParaRPr lang="en-US" sz="1050" dirty="0"/>
          </a:p>
        </p:txBody>
      </p:sp>
      <p:sp>
        <p:nvSpPr>
          <p:cNvPr id="20" name="Card"/>
          <p:cNvSpPr/>
          <p:nvPr/>
        </p:nvSpPr>
        <p:spPr>
          <a:xfrm>
            <a:off x="4709160" y="1143000"/>
            <a:ext cx="4023360" cy="3246120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21" name="Card header"/>
          <p:cNvSpPr/>
          <p:nvPr/>
        </p:nvSpPr>
        <p:spPr>
          <a:xfrm>
            <a:off x="4709160" y="1143000"/>
            <a:ext cx="402336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queue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Safe routing: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postings from custom sites or aggregators without an automated form driver go to the manual queue.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1-click review: </a:t>
            </a:r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the link, review and submit yourself, so no opportunity is missed.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Demo: Let's See job-me in Action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will see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394960" cy="713232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9844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09728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 the dashboard: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pnpm dev, then open localhost:5173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394960" cy="713232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2140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9202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Execute the pipeline: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pnpm pipeline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5394960" cy="713232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4436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7432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 Playwright open Chromium live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(PLAYWRIGHT_HEADLESS=false) and fill forms step by step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5394960" cy="713232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6616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 the results: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 scores, AI cover letters and the manual queue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097280"/>
            <a:ext cx="2697480" cy="318211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137160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8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DEMO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Switching to the terminal and browser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Summary &amp; Getting Started</a:t>
            </a:r>
            <a:endParaRPr lang="en-US" sz="24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731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source and ready to extend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051560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for job seekers who want 24/7 automation with zero hosting costs.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01952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764792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Extensible: simple to add new source connectors and ATS drivers.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8321040" cy="585216"/>
          </a:xfrm>
          <a:prstGeom prst="rect">
            <a:avLst/>
          </a:prstGeom>
          <a:solidFill>
            <a:schemeClr val="bg2"/>
          </a:solidFill>
          <a:ln w="9525">
            <a:solidFill>
              <a:srgbClr val="D3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78024"/>
            <a:ext cx="7498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Fork the repo, configure your single .env.local file, and deploy.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832104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337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the code: github.com/mustaphahaadi/job-me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8321040" cy="5486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you. Questions?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bi">
  <a:themeElements>
    <a:clrScheme name="Azubi">
      <a:dk1>
        <a:srgbClr val="1A4A66"/>
      </a:dk1>
      <a:lt1>
        <a:srgbClr val="FFFFFF"/>
      </a:lt1>
      <a:dk2>
        <a:srgbClr val="0A72B8"/>
      </a:dk2>
      <a:lt2>
        <a:srgbClr val="EEF6FB"/>
      </a:lt2>
      <a:accent1>
        <a:srgbClr val="0A72B8"/>
      </a:accent1>
      <a:accent2>
        <a:srgbClr val="0F9ED5"/>
      </a:accent2>
      <a:accent3>
        <a:srgbClr val="1A4A66"/>
      </a:accent3>
      <a:accent4>
        <a:srgbClr val="5FB4E0"/>
      </a:accent4>
      <a:accent5>
        <a:srgbClr val="8FA6B5"/>
      </a:accent5>
      <a:accent6>
        <a:srgbClr val="D9ECF7"/>
      </a:accent6>
      <a:hlink>
        <a:srgbClr val="0A72B8"/>
      </a:hlink>
      <a:folHlink>
        <a:srgbClr val="1A4A66"/>
      </a:folHlink>
    </a:clrScheme>
    <a:fontScheme name="Azubi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Your Applications</dc:title>
  <dc:subject>PptxGenJS Presentation</dc:subject>
  <dc:creator>PptxGenJS</dc:creator>
  <cp:lastModifiedBy>PptxGenJS</cp:lastModifiedBy>
  <cp:revision>1</cp:revision>
  <dcterms:created xsi:type="dcterms:W3CDTF">2026-10-09T15:00:12Z</dcterms:created>
  <dcterms:modified xsi:type="dcterms:W3CDTF">2026-10-09T15:00:12Z</dcterms:modified>
</cp:coreProperties>
</file>